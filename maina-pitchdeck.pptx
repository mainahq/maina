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868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Maina</a:t>
            </a:r>
            <a:pPr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verification-first developer OS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41% of code today. That code ships with 1.7x more defects.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 proves every line is correct before it merges.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292524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526280"/>
            <a:ext cx="7680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|  April 2026  |  mainahq.com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code is flooding production — unverified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2468880" cy="2011680"/>
          </a:xfrm>
          <a:prstGeom prst="rect">
            <a:avLst/>
          </a:prstGeom>
          <a:solidFill>
            <a:srgbClr val="1C191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code is now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600200"/>
            <a:ext cx="2468880" cy="201168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783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1.7x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7472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defects in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code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468880" cy="201168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83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21792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both functional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secure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code is nearly free. Proving it's correct remains manual, fragmented, and slow.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determine AI code quality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554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of intent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389120" y="1554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 and why?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Kit: "Intent is source of truth."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06040"/>
            <a:ext cx="54864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060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54480" y="26060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of context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89120" y="26060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AI know when it generates?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Aider: PageRank selects what matters.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657600"/>
            <a:ext cx="54864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6576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54480" y="3657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of verification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389120" y="36576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prove the output is correct?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PR-Agent: One focused call beats a chain.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12 production tools: Aider, SWE-agent, PR-Agent, Claude Code, Spec Kit, and more.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tool. Three engines. Zero config.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468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24688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37360"/>
            <a:ext cx="1463040" cy="320040"/>
          </a:xfrm>
          <a:prstGeom prst="rect">
            <a:avLst/>
          </a:prstGeom>
          <a:solidFill>
            <a:srgbClr val="F5F5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retrieval with PageRank.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your codebase, not just the file.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508760"/>
            <a:ext cx="2468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508760"/>
            <a:ext cx="24688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3977640" y="1737360"/>
            <a:ext cx="1463040" cy="320040"/>
          </a:xfrm>
          <a:prstGeom prst="rect">
            <a:avLst/>
          </a:prstGeom>
          <a:solidFill>
            <a:srgbClr val="F5F5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2697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prompts + A/B testing.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Evolves from your accept/reject feedback.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2468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508760"/>
            <a:ext cx="246888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1737360"/>
            <a:ext cx="1463040" cy="320040"/>
          </a:xfrm>
          <a:prstGeom prst="rect">
            <a:avLst/>
          </a:prstGeom>
          <a:solidFill>
            <a:srgbClr val="F5F5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Engine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2697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23-tool pipeline. Syntax guard,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CVEs, mutations, AI review.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2062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D6D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 add -g @mainahq/cli &amp;&amp; maina init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pipeline in every commit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27632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Guard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06240" y="1554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 — rejects invalid code in &lt;500ms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2980" y="2194560"/>
            <a:ext cx="0" cy="137160"/>
          </a:xfrm>
          <a:prstGeom prst="line">
            <a:avLst/>
          </a:prstGeom>
          <a:noFill/>
          <a:ln w="19050">
            <a:solidFill>
              <a:srgbClr val="444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04872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Parallel Tools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06240" y="23317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Semgrep, Trivy, Secretlint, Stryker, ruff, clippy...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2980" y="2971800"/>
            <a:ext cx="0" cy="137160"/>
          </a:xfrm>
          <a:prstGeom prst="line">
            <a:avLst/>
          </a:prstGeom>
          <a:noFill/>
          <a:ln w="19050">
            <a:solidFill>
              <a:srgbClr val="4440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182112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Diff-Only Filter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06240" y="31089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findings on changed lines — no noise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2980" y="3749040"/>
            <a:ext cx="0" cy="137160"/>
          </a:xfrm>
          <a:prstGeom prst="line">
            <a:avLst/>
          </a:prstGeom>
          <a:noFill/>
          <a:ln w="19050">
            <a:solidFill>
              <a:srgbClr val="4440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959352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3886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 + Review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206240" y="3886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fix, then two-stage code review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29252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434840"/>
            <a:ext cx="1828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languages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34640" y="4434840"/>
            <a:ext cx="1828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tools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4434840"/>
            <a:ext cx="1828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config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4434840"/>
            <a:ext cx="1828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CLI command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dogfooding — every commit verified by Maina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27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commands, 8 MCP tools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2468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27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1,017+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from day 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2468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27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1792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tools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pipeline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880360"/>
            <a:ext cx="2468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953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6301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TS, Python, Go, Rust, C#, Java, PHP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2880360"/>
            <a:ext cx="2468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953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474720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skills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36301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Cursor, Codex, Gemini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880360"/>
            <a:ext cx="2468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953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217920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score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6301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Spec Kit on all tests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(Apache 2.0) — mainahq.com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AI-assisted developer needs verification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2468880" cy="4572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 market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(DevSecOps, code quality, AI coding)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468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554480"/>
            <a:ext cx="24688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$8.2B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7472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verification + review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(teams using AI code gen tools)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468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554480"/>
            <a:ext cx="246888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$250M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target — teams with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5-50 engineers using AI daily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 code is AI-generated (GitHub, 2025). Every line needs verification.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connects all three: context, learning, verification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768096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1417320"/>
                <a:gridCol w="1417320"/>
                <a:gridCol w="1417320"/>
                <a:gridCol w="1417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CodeRabbit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Semgrep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 is the only tool that combines deep codebase context, prompt learning from feedback, full verification, and local-first operation.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core — free CLI, paid team &amp; enterprise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24688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+ MCP + Skills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23-tool verification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Local-first, no account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languages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417320"/>
            <a:ext cx="2468880" cy="2743200"/>
          </a:xfrm>
          <a:prstGeom prst="rect">
            <a:avLst/>
          </a:prstGeom>
          <a:solidFill>
            <a:srgbClr val="1C1917"/>
          </a:solidFill>
          <a:ln w="12700">
            <a:solidFill>
              <a:srgbClr val="4440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417320"/>
            <a:ext cx="246888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(Cloud)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$29/dev/mo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49040" y="246888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prompts + feedback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verification API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integration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468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54480"/>
            <a:ext cx="24688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92240" y="260604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/ on-prem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SAML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+ SOC 2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 fine-tuning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Developer-led adoption, bottom-up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246888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launch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HN + dev.to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 2 minutes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bunx @mainahq/cli init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468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554480"/>
            <a:ext cx="24688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adoption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2514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 Cloud API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prompt sync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468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554480"/>
            <a:ext cx="24688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2027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2514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deploy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SOC 2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npm (bunx), Homebrew, compiled binaries, MCP server in every IDE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 founder, shipping fast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Bikash Dash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4688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@factoryplus. Full-stack engineer.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Maina and Workkit (19-package Cloudflare Workers utility library).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Dogfooded both projects into each other — Maina verifies Workkit, Workkit powers Maina Cloud.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749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 was built with Maina. Every commit passed the 23-tool verification pipeline.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94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Maina</a:t>
            </a:r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 $1.5M pre-seed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31520" y="2514600"/>
            <a:ext cx="32004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2468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6596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(hire 2)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017520"/>
            <a:ext cx="320040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29718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96596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(Cloud)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3520440"/>
            <a:ext cx="320040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3474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965960" y="3474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GTM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292524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4206240"/>
            <a:ext cx="768096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mainahq.com</a:t>
            </a:r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4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github.com/mainahq/maina</a:t>
            </a:r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4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beeeku@gmail.com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Maina — Pre-Seed Pitch Deck</dc:title>
  <dc:subject>PptxGenJS Presentation</dc:subject>
  <dc:creator>Bikash Dash</dc:creator>
  <cp:lastModifiedBy>Bikash Dash</cp:lastModifiedBy>
  <cp:revision>1</cp:revision>
  <dcterms:created xsi:type="dcterms:W3CDTF">2026-04-07T00:33:50Z</dcterms:created>
  <dcterms:modified xsi:type="dcterms:W3CDTF">2026-04-07T00:33:50Z</dcterms:modified>
</cp:coreProperties>
</file>